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7870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yourself and the project. Say: I built Nexaura from scratch — a full-stack AI Resume Intelligence Platform. Let me walk you through what it does, how it works, and the tech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problem: 75% of resumes never reach a human recruiter. They get filtered by ATS systems. Job seekers don't know what's wrong. No personalized feedback exists. This is what Nexaura solves.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Nexaura has 6 core features. Walk through each card. The 4-agent analysis is the most impressive — explain it will be covered in detail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main layers — Frontend and Backend. Frontend is Next.js on Vercel. Backend is FastAPI with LangChain, FAISS, and Groq AI on Render. Everything is production deployed and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pipelines: Ingestion on the left — PDF goes in, gets chunked, embedded, and stored in FAISS. Retrieval on the right — user query comes in, RAG searches FAISS, relevant chunks go to Groq LLM, response comes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4-agent pipeline is the crown feature. Agent 1 reads resume. Agent 2 compares with JD. Agent 3 scores. Agent 4 coaches. Each agent gets previous agent output as context — sequential pipeline making results much better than single AI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switch to browser and do the live demo. Follow steps 1-6 in order. Step 4 is most impressive — wait the 30 seconds and show all 4 agents results. Total demo time should be 6-7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what makes this project technically impressive: RAG pipeline, production deployment, full stack, custom multi-agent system, FAISS vector search, and optimized for free tier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Say: Thank you for watching. I built Nexaura from scratch — frontend, backend, AI pipeline, deployment, everything. If you are looking for someone who can build production AI applications, please connect with me on LinkedIn. The live demo and GitHub are in the 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4114800" cy="4114800"/>
          </a:xfrm>
          <a:prstGeom prst="ellipse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" y="548640"/>
            <a:ext cx="7315200" cy="4023360"/>
          </a:xfrm>
          <a:prstGeom prst="roundRect">
            <a:avLst>
              <a:gd name="adj" fmla="val 3409"/>
            </a:avLst>
          </a:prstGeom>
          <a:solidFill>
            <a:srgbClr val="111827">
              <a:alpha val="80000"/>
            </a:srgbClr>
          </a:solidFill>
          <a:ln w="19050">
            <a:solidFill>
              <a:srgbClr val="06B6D4">
                <a:alpha val="4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8229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NEXAURA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3200400" y="1783080"/>
            <a:ext cx="27432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Intelligence Platform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60604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1A2235"/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0604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38528" y="260604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1A2235"/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38528" y="260604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99816" y="260604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1A2235"/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9816" y="260604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61104" y="260604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1A2235"/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61104" y="260604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22392" y="260604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1A2235"/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22392" y="260604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83680" y="260604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1A2235"/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60604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Sasank Surya Thota  |  B.Tech CSE — SRM Institute of Science and Technology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ai-resume-intelligence-platform-two.vercel.app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2926080" cy="3474720"/>
          </a:xfrm>
          <a:prstGeom prst="roundRect">
            <a:avLst>
              <a:gd name="adj" fmla="val 3750"/>
            </a:avLst>
          </a:prstGeom>
          <a:solidFill>
            <a:srgbClr val="0F172A"/>
          </a:solidFill>
          <a:ln w="19050">
            <a:solidFill>
              <a:srgbClr val="EF4444">
                <a:alpha val="7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resumes are rejected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ATS before a human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 sees them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49040" y="960120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1A2235"/>
          </a:solidFill>
          <a:ln w="12700">
            <a:solidFill>
              <a:srgbClr val="EF4444">
                <a:alpha val="4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86200" y="1124712"/>
            <a:ext cx="402336" cy="402336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1247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07408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Rejection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07408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filtered out by automated systems before any human review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49040" y="1810512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1A2235"/>
          </a:solidFill>
          <a:ln w="12700">
            <a:solidFill>
              <a:srgbClr val="EF4444">
                <a:alpha val="4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86200" y="1975104"/>
            <a:ext cx="402336" cy="402336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19751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07408" y="18562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07408" y="21305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don't know which keywords or skills are missing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2660904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1A2235"/>
          </a:solidFill>
          <a:ln w="12700">
            <a:solidFill>
              <a:srgbClr val="EF4444">
                <a:alpha val="4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86200" y="2825496"/>
            <a:ext cx="402336" cy="402336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28254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07408" y="27066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Process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07408" y="298094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resume review and improvement is time-consuming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49040" y="3511296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1A2235"/>
          </a:solidFill>
          <a:ln w="12700">
            <a:solidFill>
              <a:srgbClr val="EF4444">
                <a:alpha val="4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86200" y="3675888"/>
            <a:ext cx="402336" cy="402336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6200" y="36758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07408" y="35570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Advice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07408" y="38313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personalized guidance tailored to specific job descriptions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8288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Nexaura — One platform for complete resume intelligence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A2235"/>
          </a:solidFill>
          <a:ln w="19050">
            <a:solidFill>
              <a:srgbClr val="06B6D4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463040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8013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Upload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16712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 with PyMuPDF. Instant text extraction and AI indexing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55848" y="13258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A2235"/>
          </a:solidFill>
          <a:ln w="19050">
            <a:solidFill>
              <a:srgbClr val="06B6D4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93008" y="1463040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14630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93008" y="18013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Summary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93008" y="216712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extracts Name, Skills, Experience and Education automatically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54496" y="13258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A2235"/>
          </a:solidFill>
          <a:ln w="19050">
            <a:solidFill>
              <a:srgbClr val="8B5CF6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91656" y="1463040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656" y="14630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91656" y="18013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Chat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91656" y="216712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 about your resume. RAG-powered accurate answers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A2235"/>
          </a:solidFill>
          <a:ln w="19050">
            <a:solidFill>
              <a:srgbClr val="8B5CF6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3200400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2004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35387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ATS Score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390448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 job description and get instant ATS match percentage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55848" y="306324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A2235"/>
          </a:solidFill>
          <a:ln w="19050">
            <a:solidFill>
              <a:srgbClr val="10B981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93008" y="3200400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32004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93008" y="35387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4-Agent Analysis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93008" y="390448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multi-agent AI pipeline for comprehensive career advice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54496" y="306324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A2235"/>
          </a:solidFill>
          <a:ln w="19050">
            <a:solidFill>
              <a:srgbClr val="10B981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91656" y="3200400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91656" y="32004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91656" y="35387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91656" y="390448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10 tailored interview questions from your resume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2743200"/>
            <a:ext cx="4572000" cy="45720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64592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4023360" cy="3749040"/>
          </a:xfrm>
          <a:prstGeom prst="roundRect">
            <a:avLst>
              <a:gd name="adj" fmla="val 2927"/>
            </a:avLst>
          </a:prstGeom>
          <a:solidFill>
            <a:srgbClr val="0F172A"/>
          </a:solidFill>
          <a:ln w="19050">
            <a:solidFill>
              <a:srgbClr val="06B6D4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657600" cy="658368"/>
          </a:xfrm>
          <a:prstGeom prst="roundRect">
            <a:avLst>
              <a:gd name="adj" fmla="val 9722"/>
            </a:avLst>
          </a:prstGeom>
          <a:solidFill>
            <a:srgbClr val="1A2235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700784"/>
            <a:ext cx="365760" cy="365760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00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1600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18745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framework with App Router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331720"/>
            <a:ext cx="3657600" cy="658368"/>
          </a:xfrm>
          <a:prstGeom prst="roundRect">
            <a:avLst>
              <a:gd name="adj" fmla="val 9722"/>
            </a:avLst>
          </a:prstGeom>
          <a:solidFill>
            <a:srgbClr val="1A2235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478024"/>
            <a:ext cx="365760" cy="365760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4780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2377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2651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development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3108960"/>
            <a:ext cx="3657600" cy="658368"/>
          </a:xfrm>
          <a:prstGeom prst="roundRect">
            <a:avLst>
              <a:gd name="adj" fmla="val 9722"/>
            </a:avLst>
          </a:prstGeom>
          <a:solidFill>
            <a:srgbClr val="1A2235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255264"/>
            <a:ext cx="365760" cy="365760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2552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3154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34440" y="34290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styling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3886200"/>
            <a:ext cx="3657600" cy="658368"/>
          </a:xfrm>
          <a:prstGeom prst="roundRect">
            <a:avLst>
              <a:gd name="adj" fmla="val 9722"/>
            </a:avLst>
          </a:prstGeom>
          <a:solidFill>
            <a:srgbClr val="1A2235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032504"/>
            <a:ext cx="365760" cy="365760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0325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34440" y="3931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34440" y="42062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960120"/>
            <a:ext cx="4023360" cy="3749040"/>
          </a:xfrm>
          <a:prstGeom prst="roundRect">
            <a:avLst>
              <a:gd name="adj" fmla="val 2927"/>
            </a:avLst>
          </a:prstGeom>
          <a:solidFill>
            <a:srgbClr val="0F172A"/>
          </a:solidFill>
          <a:ln w="19050">
            <a:solidFill>
              <a:srgbClr val="8B5CF6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46320" y="1554480"/>
            <a:ext cx="3657600" cy="658368"/>
          </a:xfrm>
          <a:prstGeom prst="roundRect">
            <a:avLst>
              <a:gd name="adj" fmla="val 9722"/>
            </a:avLst>
          </a:prstGeom>
          <a:solidFill>
            <a:srgbClr val="1A2235"/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83480" y="1700784"/>
            <a:ext cx="365760" cy="365760"/>
          </a:xfrm>
          <a:prstGeom prst="ellipse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1700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0680" y="1600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18745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Python API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2331720"/>
            <a:ext cx="3657600" cy="658368"/>
          </a:xfrm>
          <a:prstGeom prst="roundRect">
            <a:avLst>
              <a:gd name="adj" fmla="val 9722"/>
            </a:avLst>
          </a:prstGeom>
          <a:solidFill>
            <a:srgbClr val="1A2235"/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83480" y="2478024"/>
            <a:ext cx="365760" cy="365760"/>
          </a:xfrm>
          <a:prstGeom prst="ellipse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24780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40680" y="2377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FAISS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40680" y="2651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+ vector database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46320" y="3108960"/>
            <a:ext cx="3657600" cy="658368"/>
          </a:xfrm>
          <a:prstGeom prst="roundRect">
            <a:avLst>
              <a:gd name="adj" fmla="val 9722"/>
            </a:avLst>
          </a:prstGeom>
          <a:solidFill>
            <a:srgbClr val="1A2235"/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83480" y="3255264"/>
            <a:ext cx="365760" cy="365760"/>
          </a:xfrm>
          <a:prstGeom prst="ellipse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32552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40680" y="3154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40680" y="34290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llama-3.3-70b-versatile model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46320" y="3886200"/>
            <a:ext cx="3657600" cy="658368"/>
          </a:xfrm>
          <a:prstGeom prst="roundRect">
            <a:avLst>
              <a:gd name="adj" fmla="val 9722"/>
            </a:avLst>
          </a:prstGeom>
          <a:solidFill>
            <a:srgbClr val="1A2235"/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83480" y="4032504"/>
            <a:ext cx="365760" cy="365760"/>
          </a:xfrm>
          <a:prstGeom prst="ellipse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83480" y="40325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40680" y="3931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440680" y="42062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cloud deployment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29260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3474720" cy="621792"/>
          </a:xfrm>
          <a:prstGeom prst="roundRect">
            <a:avLst>
              <a:gd name="adj" fmla="val 11765"/>
            </a:avLst>
          </a:prstGeom>
          <a:solidFill>
            <a:srgbClr val="1A2235"/>
          </a:solidFill>
          <a:ln w="19050">
            <a:solidFill>
              <a:srgbClr val="06B6D4">
                <a:alpha val="7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133856"/>
            <a:ext cx="365760" cy="365760"/>
          </a:xfrm>
          <a:prstGeom prst="ellipse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33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33502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3474720" cy="621792"/>
          </a:xfrm>
          <a:prstGeom prst="roundRect">
            <a:avLst>
              <a:gd name="adj" fmla="val 11765"/>
            </a:avLst>
          </a:prstGeom>
          <a:solidFill>
            <a:srgbClr val="1A2235"/>
          </a:solidFill>
          <a:ln w="19050">
            <a:solidFill>
              <a:srgbClr val="06B6D4">
                <a:alpha val="7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911096"/>
            <a:ext cx="365760" cy="365760"/>
          </a:xfrm>
          <a:prstGeom prst="ellipse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911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1122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560320"/>
            <a:ext cx="3474720" cy="621792"/>
          </a:xfrm>
          <a:prstGeom prst="roundRect">
            <a:avLst>
              <a:gd name="adj" fmla="val 11765"/>
            </a:avLst>
          </a:prstGeom>
          <a:solidFill>
            <a:srgbClr val="1A2235"/>
          </a:solidFill>
          <a:ln w="19050">
            <a:solidFill>
              <a:srgbClr val="8B5CF6">
                <a:alpha val="7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688336"/>
            <a:ext cx="365760" cy="365760"/>
          </a:xfrm>
          <a:prstGeom prst="ellipse">
            <a:avLst/>
          </a:prstGeom>
          <a:solidFill>
            <a:srgbClr val="8B5CF6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6883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88950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Chunking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337560"/>
            <a:ext cx="3474720" cy="621792"/>
          </a:xfrm>
          <a:prstGeom prst="roundRect">
            <a:avLst>
              <a:gd name="adj" fmla="val 11765"/>
            </a:avLst>
          </a:prstGeom>
          <a:solidFill>
            <a:srgbClr val="1A2235"/>
          </a:solidFill>
          <a:ln w="19050">
            <a:solidFill>
              <a:srgbClr val="8B5CF6">
                <a:alpha val="7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3465576"/>
            <a:ext cx="365760" cy="365760"/>
          </a:xfrm>
          <a:prstGeom prst="ellipse">
            <a:avLst/>
          </a:prstGeom>
          <a:solidFill>
            <a:srgbClr val="8B5CF6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4655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366674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4114800"/>
            <a:ext cx="3474720" cy="621792"/>
          </a:xfrm>
          <a:prstGeom prst="roundRect">
            <a:avLst>
              <a:gd name="adj" fmla="val 11765"/>
            </a:avLst>
          </a:prstGeom>
          <a:solidFill>
            <a:srgbClr val="1A2235"/>
          </a:solidFill>
          <a:ln w="19050">
            <a:solidFill>
              <a:srgbClr val="10B981">
                <a:alpha val="7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4242816"/>
            <a:ext cx="365760" cy="365760"/>
          </a:xfrm>
          <a:prstGeom prst="ellipse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242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444398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0" y="1005840"/>
            <a:ext cx="3474720" cy="621792"/>
          </a:xfrm>
          <a:prstGeom prst="roundRect">
            <a:avLst>
              <a:gd name="adj" fmla="val 11765"/>
            </a:avLst>
          </a:prstGeom>
          <a:solidFill>
            <a:srgbClr val="1A2235"/>
          </a:solidFill>
          <a:ln w="19050">
            <a:solidFill>
              <a:srgbClr val="F59E0B">
                <a:alpha val="7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138928" y="1133856"/>
            <a:ext cx="365760" cy="365760"/>
          </a:xfrm>
          <a:prstGeom prst="ellipse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8928" y="1133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2356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23560" y="133502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/ JD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0" y="1783080"/>
            <a:ext cx="3474720" cy="621792"/>
          </a:xfrm>
          <a:prstGeom prst="roundRect">
            <a:avLst>
              <a:gd name="adj" fmla="val 11765"/>
            </a:avLst>
          </a:prstGeom>
          <a:solidFill>
            <a:srgbClr val="1A2235"/>
          </a:solidFill>
          <a:ln w="19050">
            <a:solidFill>
              <a:srgbClr val="F59E0B">
                <a:alpha val="7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138928" y="1911096"/>
            <a:ext cx="365760" cy="365760"/>
          </a:xfrm>
          <a:prstGeom prst="ellipse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38928" y="1911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2356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Search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623560" y="21122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0" y="2560320"/>
            <a:ext cx="3474720" cy="621792"/>
          </a:xfrm>
          <a:prstGeom prst="roundRect">
            <a:avLst>
              <a:gd name="adj" fmla="val 11765"/>
            </a:avLst>
          </a:prstGeom>
          <a:solidFill>
            <a:srgbClr val="1A2235"/>
          </a:solidFill>
          <a:ln w="19050">
            <a:solidFill>
              <a:srgbClr val="EF4444">
                <a:alpha val="7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138928" y="2688336"/>
            <a:ext cx="365760" cy="365760"/>
          </a:xfrm>
          <a:prstGeom prst="ellipse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38928" y="26883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62356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623560" y="288950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29200" y="3337560"/>
            <a:ext cx="3474720" cy="621792"/>
          </a:xfrm>
          <a:prstGeom prst="roundRect">
            <a:avLst>
              <a:gd name="adj" fmla="val 11765"/>
            </a:avLst>
          </a:prstGeom>
          <a:solidFill>
            <a:srgbClr val="1A2235"/>
          </a:solidFill>
          <a:ln w="19050">
            <a:solidFill>
              <a:srgbClr val="EF4444">
                <a:alpha val="7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138928" y="3465576"/>
            <a:ext cx="365760" cy="365760"/>
          </a:xfrm>
          <a:prstGeom prst="ellipse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38928" y="34655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62356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623560" y="366674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Text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029200" y="4114800"/>
            <a:ext cx="3474720" cy="621792"/>
          </a:xfrm>
          <a:prstGeom prst="roundRect">
            <a:avLst>
              <a:gd name="adj" fmla="val 11765"/>
            </a:avLst>
          </a:prstGeom>
          <a:solidFill>
            <a:srgbClr val="1A2235"/>
          </a:solidFill>
          <a:ln w="19050">
            <a:solidFill>
              <a:srgbClr val="06B6D4">
                <a:alpha val="7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138928" y="4242816"/>
            <a:ext cx="365760" cy="365760"/>
          </a:xfrm>
          <a:prstGeom prst="ellipse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38928" y="4242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62356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623560" y="444398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Display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920240" y="1627632"/>
            <a:ext cx="0" cy="164592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20240" y="2404872"/>
            <a:ext cx="0" cy="164592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20240" y="3182112"/>
            <a:ext cx="0" cy="164592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20240" y="3959352"/>
            <a:ext cx="0" cy="164592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766560" y="1627632"/>
            <a:ext cx="0" cy="16459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66560" y="2404872"/>
            <a:ext cx="0" cy="16459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66560" y="3182112"/>
            <a:ext cx="0" cy="16459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766560" y="3959352"/>
            <a:ext cx="0" cy="16459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886200" y="2331720"/>
            <a:ext cx="914400" cy="11887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905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86200" y="233172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274320" y="731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029200" y="731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PIPELINE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914400"/>
            <a:ext cx="3657600" cy="3657600"/>
          </a:xfrm>
          <a:prstGeom prst="ellipse">
            <a:avLst/>
          </a:prstGeom>
          <a:solidFill>
            <a:srgbClr val="8B5CF6">
              <a:alpha val="7000"/>
            </a:srgbClr>
          </a:solidFill>
          <a:ln w="12700">
            <a:solidFill>
              <a:srgbClr val="8B5CF6">
                <a:alpha val="7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4-AGENT AI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32004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multi-agent system — each agent specializes in one task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05156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A2235"/>
          </a:solidFill>
          <a:ln w="25400">
            <a:solidFill>
              <a:srgbClr val="F59E0B"/>
            </a:solidFill>
            <a:prstDash val="solid"/>
          </a:ln>
          <a:effectLst>
            <a:outerShdw blurRad="190500" dist="50800" dir="2700000" algn="bl" rotWithShape="0">
              <a:srgbClr val="8B5CF6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051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 Input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508760"/>
            <a:ext cx="0" cy="2286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82880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0F172A"/>
          </a:solidFill>
          <a:ln w="25400">
            <a:solidFill>
              <a:srgbClr val="06B6D4">
                <a:alpha val="8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938528"/>
            <a:ext cx="457200" cy="457200"/>
          </a:xfrm>
          <a:prstGeom prst="ellipse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19202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Analyzer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87552" y="21945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Professional Agent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249631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full resume text and extracts all key information — skills, experience, education, and achievements with high accuracy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82880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0F172A"/>
          </a:solidFill>
          <a:ln w="25400">
            <a:solidFill>
              <a:srgbClr val="8B5CF6">
                <a:alpha val="8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1938528"/>
            <a:ext cx="457200" cy="457200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68112" y="19202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Matcher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68112" y="21945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Recruiter Agent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249631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resume analysis against the job description. Identifies exactly which skills match and which are missing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29184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0F172A"/>
          </a:solidFill>
          <a:ln w="25400">
            <a:solidFill>
              <a:srgbClr val="10B981">
                <a:alpha val="8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401568"/>
            <a:ext cx="457200" cy="457200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33832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Scorer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87552" y="3657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Expert Agent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395935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ATS score 0-100 based on keyword density, skill matches, and experience relevance. Returns structured JSON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329184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0F172A"/>
          </a:solidFill>
          <a:ln w="25400">
            <a:solidFill>
              <a:srgbClr val="F59E0B">
                <a:alpha val="8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92040" y="3401568"/>
            <a:ext cx="457200" cy="45720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68112" y="33832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Coach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68112" y="3657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Coach Agent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395935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5 specific actionable suggestions to improve the resume for this exact role with detailed career advice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297680" y="2487168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0" y="3154680"/>
            <a:ext cx="0" cy="1371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0" y="3154680"/>
            <a:ext cx="0" cy="1371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97680" y="3950208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64592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URL: ai-resume-intelligence-platform-two.vercel.app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1A2235"/>
          </a:solidFill>
          <a:ln w="19050">
            <a:solidFill>
              <a:srgbClr val="06B6D4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34440"/>
            <a:ext cx="502920" cy="502920"/>
          </a:xfrm>
          <a:prstGeom prst="ellipse">
            <a:avLst/>
          </a:prstGeom>
          <a:solidFill>
            <a:srgbClr val="06B6D4">
              <a:alpha val="80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0" y="1216152"/>
            <a:ext cx="658368" cy="228600"/>
          </a:xfrm>
          <a:prstGeom prst="roundRect">
            <a:avLst>
              <a:gd name="adj" fmla="val 20000"/>
            </a:avLst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216152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05840" y="12161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Resume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169164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PDF file → Click Upload → Watch AI extract Name, Skills, Experience instantly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114300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1A2235"/>
          </a:solidFill>
          <a:ln w="19050">
            <a:solidFill>
              <a:srgbClr val="06B6D4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18888" y="1234440"/>
            <a:ext cx="502920" cy="502920"/>
          </a:xfrm>
          <a:prstGeom prst="ellipse">
            <a:avLst/>
          </a:prstGeom>
          <a:solidFill>
            <a:srgbClr val="06B6D4">
              <a:alpha val="80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92440" y="1216152"/>
            <a:ext cx="658368" cy="228600"/>
          </a:xfrm>
          <a:prstGeom prst="roundRect">
            <a:avLst>
              <a:gd name="adj" fmla="val 20000"/>
            </a:avLst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1216152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40680" y="12161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18888" y="169164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What are my top skills? — RAG retrieves relevant chunks → Groq answers accurately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37744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1A2235"/>
          </a:solidFill>
          <a:ln w="19050">
            <a:solidFill>
              <a:srgbClr val="8B5CF6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2468880"/>
            <a:ext cx="502920" cy="502920"/>
          </a:xfrm>
          <a:prstGeom prst="ellipse">
            <a:avLst/>
          </a:prstGeom>
          <a:solidFill>
            <a:srgbClr val="8B5CF6">
              <a:alpha val="80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0" y="2450592"/>
            <a:ext cx="658368" cy="228600"/>
          </a:xfrm>
          <a:prstGeom prst="roundRect">
            <a:avLst>
              <a:gd name="adj" fmla="val 20000"/>
            </a:avLst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2450592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05840" y="2450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ATS Score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" y="292608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job description → Click Quick Analysis → Get score in 3 seconds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237744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1A2235"/>
          </a:solidFill>
          <a:ln w="19050">
            <a:solidFill>
              <a:srgbClr val="8B5CF6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18888" y="2468880"/>
            <a:ext cx="502920" cy="502920"/>
          </a:xfrm>
          <a:prstGeom prst="ellipse">
            <a:avLst/>
          </a:prstGeom>
          <a:solidFill>
            <a:srgbClr val="8B5CF6">
              <a:alpha val="80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092440" y="2450592"/>
            <a:ext cx="658368" cy="228600"/>
          </a:xfrm>
          <a:prstGeom prst="roundRect">
            <a:avLst>
              <a:gd name="adj" fmla="val 20000"/>
            </a:avLst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92440" y="2450592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40680" y="2450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4-Agent Analysis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18888" y="292608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Deep Analysis → Wait 30 seconds → 4 agents work sequentially → Career advice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61188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1A2235"/>
          </a:solidFill>
          <a:ln w="19050">
            <a:solidFill>
              <a:srgbClr val="10B981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84048" y="3703320"/>
            <a:ext cx="502920" cy="502920"/>
          </a:xfrm>
          <a:prstGeom prst="ellipse">
            <a:avLst/>
          </a:prstGeom>
          <a:solidFill>
            <a:srgbClr val="10B981">
              <a:alpha val="8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657600" y="3685032"/>
            <a:ext cx="658368" cy="228600"/>
          </a:xfrm>
          <a:prstGeom prst="roundRect">
            <a:avLst>
              <a:gd name="adj" fmla="val 20000"/>
            </a:avLst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0" y="3685032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05840" y="3685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84048" y="41605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Generate Questions → AI creates 10 tailored questions from your resume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361188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1A2235"/>
          </a:solidFill>
          <a:ln w="19050">
            <a:solidFill>
              <a:srgbClr val="10B981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18888" y="3703320"/>
            <a:ext cx="502920" cy="502920"/>
          </a:xfrm>
          <a:prstGeom prst="ellipse">
            <a:avLst/>
          </a:prstGeom>
          <a:solidFill>
            <a:srgbClr val="10B981">
              <a:alpha val="8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18888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092440" y="3685032"/>
            <a:ext cx="658368" cy="228600"/>
          </a:xfrm>
          <a:prstGeom prst="roundRect">
            <a:avLst>
              <a:gd name="adj" fmla="val 20000"/>
            </a:avLst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92440" y="3685032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440680" y="3685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AI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18888" y="41605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AI-powered improvement suggestions specific to your resume content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22860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9050">
            <a:solidFill>
              <a:srgbClr val="06B6D4">
                <a:alpha val="7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4124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4356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82296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9050">
            <a:solidFill>
              <a:srgbClr val="8B5CF6">
                <a:alpha val="7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84124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560320" y="14356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9050">
            <a:solidFill>
              <a:srgbClr val="10B981">
                <a:alpha val="7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84124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663440" y="14356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82296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9050">
            <a:solidFill>
              <a:srgbClr val="F59E0B">
                <a:alpha val="7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84124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766560" y="14356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Live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993392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1A2235"/>
          </a:solidFill>
          <a:ln w="12700">
            <a:solidFill>
              <a:srgbClr val="06B6D4">
                <a:alpha val="4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167128"/>
            <a:ext cx="457200" cy="457200"/>
          </a:xfrm>
          <a:prstGeom prst="ellipse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205740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235915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answers ONLY from resume content — zero hallucination guaranteed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1993392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1A2235"/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18888" y="2167128"/>
            <a:ext cx="457200" cy="457200"/>
          </a:xfrm>
          <a:prstGeom prst="ellipse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94960" y="205740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94960" y="235915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Vercel + Render — not a local demo, real production system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2953512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1A2235"/>
          </a:solidFill>
          <a:ln w="12700">
            <a:solidFill>
              <a:srgbClr val="8B5CF6">
                <a:alpha val="4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3127248"/>
            <a:ext cx="457200" cy="457200"/>
          </a:xfrm>
          <a:prstGeom prst="ellipse">
            <a:avLst/>
          </a:prstGeom>
          <a:solidFill>
            <a:srgbClr val="8B5CF6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0120" y="301752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0120" y="331927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 + FastAPI backend with REST API design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2953512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1A2235"/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18888" y="3127248"/>
            <a:ext cx="457200" cy="457200"/>
          </a:xfrm>
          <a:prstGeom prst="ellipse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94960" y="301752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Multi-Agent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94960" y="331927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own 4-agent pipeline without CrewAI — lightweight and reliable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3913632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1A2235"/>
          </a:solidFill>
          <a:ln w="12700">
            <a:solidFill>
              <a:srgbClr val="06B6D4">
                <a:alpha val="4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84048" y="4087368"/>
            <a:ext cx="457200" cy="457200"/>
          </a:xfrm>
          <a:prstGeom prst="ellipse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60120" y="397764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60120" y="427939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similarity search for semantic resume chunk retrieval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09160" y="3913632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1A2235"/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18888" y="4087368"/>
            <a:ext cx="457200" cy="457200"/>
          </a:xfrm>
          <a:prstGeom prst="ellipse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18888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394960" y="397764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Optimized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94960" y="427939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embeddings + Groq API — runs within 512MB memory limit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914400"/>
            <a:ext cx="5486400" cy="5486400"/>
          </a:xfrm>
          <a:prstGeom prst="ellipse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365760"/>
            <a:ext cx="7680960" cy="4389120"/>
          </a:xfrm>
          <a:prstGeom prst="roundRect">
            <a:avLst>
              <a:gd name="adj" fmla="val 3125"/>
            </a:avLst>
          </a:prstGeom>
          <a:solidFill>
            <a:srgbClr val="111827">
              <a:alpha val="85000"/>
            </a:srgbClr>
          </a:solidFill>
          <a:ln w="19050">
            <a:solidFill>
              <a:srgbClr val="06B6D4">
                <a:alpha val="50000"/>
              </a:srgbClr>
            </a:solidFill>
            <a:prstDash val="solid"/>
          </a:ln>
          <a:effectLst>
            <a:outerShdw blurRad="190500" dist="50800" dir="2700000" algn="bl" rotWithShape="0">
              <a:srgbClr val="06B6D4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6400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Nexaura — AI Resume Intelligence Platform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1965960"/>
            <a:ext cx="6400800" cy="475488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 w="19050">
            <a:solidFill>
              <a:srgbClr val="06B6D4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196596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ai-resume-intelligence-platform-two.vercel.app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2560320"/>
            <a:ext cx="6400800" cy="475488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 w="19050">
            <a:solidFill>
              <a:srgbClr val="8B5CF6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256032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github.com/Sasanksurya/AI-Resume-Intelligence-Platform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3154680"/>
            <a:ext cx="6400800" cy="475488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 w="19050">
            <a:solidFill>
              <a:srgbClr val="10B981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315468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 linkedin.com/in/thotasasanksurya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0" y="3886200"/>
            <a:ext cx="4572000" cy="502920"/>
          </a:xfrm>
          <a:prstGeom prst="roundRect">
            <a:avLst>
              <a:gd name="adj" fmla="val 18182"/>
            </a:avLst>
          </a:prstGeom>
          <a:solidFill>
            <a:srgbClr val="10B981">
              <a:alpha val="75000"/>
            </a:srgbClr>
          </a:solidFill>
          <a:ln w="19050">
            <a:solidFill>
              <a:srgbClr val="10B981"/>
            </a:solidFill>
            <a:prstDash val="solid"/>
          </a:ln>
          <a:effectLst>
            <a:outerShdw blurRad="1524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86000" y="3886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AI/ML Engineer &amp; Software Engineer Roles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1057</Words>
  <Application>Microsoft Office PowerPoint</Application>
  <PresentationFormat>On-screen Show (16:9)</PresentationFormat>
  <Paragraphs>206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Nexaura - AI Resume Intelligence Platform</dc:title>
  <dc:subject>PptxGenJS Presentation</dc:subject>
  <dc:creator>Sasank Surya Thota</dc:creator>
  <cp:lastModifiedBy>sasank surya</cp:lastModifiedBy>
  <cp:revision>2</cp:revision>
  <dcterms:created xsi:type="dcterms:W3CDTF">2026-06-30T04:18:27Z</dcterms:created>
  <dcterms:modified xsi:type="dcterms:W3CDTF">2026-06-30T04:20:57Z</dcterms:modified>
</cp:coreProperties>
</file>